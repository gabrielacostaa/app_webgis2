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DESENVOLVIMENTO DO GEOPORTAL WEBGIS MOVMASSA</a:t>
            </a:r>
          </a:p>
          <a:p>
            <a:pPr>
              <a:spcBef>
                <a:spcPts val="1400"/>
              </a:spcBef>
              <a:defRPr sz="2000">
                <a:solidFill>
                  <a:srgbClr val="CBD5E1"/>
                </a:solidFill>
              </a:defRPr>
            </a:pPr>
            <a:r>
              <a:t>Geotecnologias Aplicadas à Gestão e Curadoria de Riscos de Movimento de Massa em Angra dos Reis - RJ</a:t>
            </a:r>
          </a:p>
          <a:p>
            <a:pPr>
              <a:spcBef>
                <a:spcPts val="3000"/>
              </a:spcBef>
              <a:defRPr sz="1600" i="1">
                <a:solidFill>
                  <a:srgbClr val="94A3B8"/>
                </a:solidFill>
              </a:defRPr>
            </a:pPr>
            <a:r>
              <a:t>Apresentação para Banca Examinadora de Doutorado (Agronomia / Ciências Agrárias)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O que é o WebGIS MOVMASSA e Tecnologias Utilizadas?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B365D"/>
                </a:solidFill>
              </a:defRPr>
            </a:pPr>
            <a:r>
              <a:t>Navegador &amp; Mapa (Frontend)</a:t>
            </a:r>
          </a:p>
          <a:p>
            <a:pPr>
              <a:spcAft>
                <a:spcPts val="1200"/>
              </a:spcAft>
              <a:defRPr i="1" sz="1300">
                <a:solidFill>
                  <a:srgbClr val="2E6B9E"/>
                </a:solidFill>
              </a:defRPr>
            </a:pPr>
            <a:r>
              <a:t>JavaScript (Leaflet.js) + HTML5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 que faz: Desenha o mapa interativo na tela do celular ou PC.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Imagem de Satélite: Carrega visão Google Satellite de alta resolução.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Agrupamento (~100m): Reúne pontos próximos em clusters digitais.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GPS de Campo: Captura coordenadas automáticas via celular.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B365D"/>
                </a:solidFill>
              </a:defRPr>
            </a:pPr>
            <a:r>
              <a:t>Motor no Servidor (Backend)</a:t>
            </a:r>
          </a:p>
          <a:p>
            <a:pPr>
              <a:spcAft>
                <a:spcPts val="1200"/>
              </a:spcAft>
              <a:defRPr i="1" sz="1300">
                <a:solidFill>
                  <a:srgbClr val="2E6B9E"/>
                </a:solidFill>
              </a:defRPr>
            </a:pPr>
            <a:r>
              <a:t>Python 3.9 (Flask) + GeoPandas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 que faz: Atua como o 'cérebro' central do sistema.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Processamento Espacial: Converte e manipula arquivos geográficos.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Segurança &amp; Login: Protege senhas e controla acessos por perfil.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Exportação GIS: Gera arquivos Shapefile (.zip), GeoPackage e GeoJSON.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B365D"/>
                </a:solidFill>
              </a:defRPr>
            </a:pPr>
            <a:r>
              <a:t>Banco de Dados &amp; Dados</a:t>
            </a:r>
          </a:p>
          <a:p>
            <a:pPr>
              <a:spcAft>
                <a:spcPts val="1200"/>
              </a:spcAft>
              <a:defRPr i="1" sz="1300">
                <a:solidFill>
                  <a:srgbClr val="2E6B9E"/>
                </a:solidFill>
              </a:defRPr>
            </a:pPr>
            <a:r>
              <a:t>SQL (SQLite3) + Camadas OGC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O que faz: Arquivo digital organizado que guarda as informações.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Dicionário de Dados: Salva 10 domínios (Solo, Relevo, Chuva, Mídia).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Controle de Acesso: Níveis para Comunidade, Org. e Administradores.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</a:defRPr>
            </a:pPr>
            <a:r>
              <a:t>• Camadas Territoriais: IBGE (Limites/Urbano) e ANA (Drenagem/Bacias).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Passo a Passo do Desenvolvimento Metodológico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1. Padronização de Camadas Espaciais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Organização das camadas de limites (IBGE), drenagem/bacias (ANA) e áreas urbanizadas no padrão WGS 84.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2. Estruturação do Servidor &amp; Segurança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Desenvolvimento do motor em Python (Flask) e banco de dados SQLite com controle de senhas e perfis de acesso.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3. Dicionário de Dados em 10 Domínios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Modelagem de formulário técnico abrangendo Clima, Solo (Pedologia), Relevo (Geomorfologia), Antrópico e Mídias.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48056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4. Mapa Interativo e Curadoria Técnica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Integração de mapa de satélite, captura GPS em campo pelo celular e painel de validação científica por pesquisadores.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548640" cy="82296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486400"/>
            <a:ext cx="10058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365D"/>
                </a:solidFill>
              </a:defRPr>
            </a:pPr>
            <a:r>
              <a:t>5. Exportação Multi-Formato (QGIS/ArcGIS)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Módulo de conversão e download automático dos registros aprovados em Shapefile (.zip), GeoPackage e GeoJSON.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Aplicações Agronômicas e Contribuição Científica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800">
                <a:solidFill>
                  <a:srgbClr val="1B365D"/>
                </a:solidFill>
              </a:defRPr>
            </a:pPr>
            <a:r>
              <a:t>Relevância para a Ciência Agronômica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Conservação do Solo e Água: Mapeamento detalhado de feições erosivas e instabilidades de encosta.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Planejamento do Uso da Terra: Integração de declividade, pedologia e fatores antrópicos na bacia hidrográfica.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Monitoramento Participativo: Coleta simplificada em campo por técnicos e produtores via celular.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✔ Suporte à Tomada de Decisão: Base confiável e validada para políticas públicas de gestão de riscos ambientais.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800">
                <a:solidFill>
                  <a:srgbClr val="FFFFFF"/>
                </a:solidFill>
              </a:defRPr>
            </a:pPr>
            <a:r>
              <a:t>Fundamentação Teórico-Científica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Graser &amp; Olaya (2015): Relevância de algoritmos em ambiente open-source para geoprocessamento.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Pebesma &amp; Bivand (2023): Ciência de Dados Espaciais aplicada com linguagens de programação.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Goodchild (2007): Geografia Voluntária (VGI) como ferramenta de sensoriamento participativo.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• Open Geospatial Consortium (2018): Interoperabilidade e padronização de dados espaciais (GeoJSON).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